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1409" r:id="rId2"/>
    <p:sldId id="141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3"/>
    <p:restoredTop sz="96405"/>
  </p:normalViewPr>
  <p:slideViewPr>
    <p:cSldViewPr snapToGrid="0" showGuides="1">
      <p:cViewPr varScale="1">
        <p:scale>
          <a:sx n="221" d="100"/>
          <a:sy n="221" d="100"/>
        </p:scale>
        <p:origin x="64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F49A25-B85C-314C-B3FA-A98B08ED39C5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C55DE-FF38-0C40-866F-F27162A19C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6823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2CDF-CED8-C426-2D6A-537F697A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38518-86BA-51F4-00B6-4149CD537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A7C22-1B4B-77BB-B2F2-0E68AB618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782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2CDF-CED8-C426-2D6A-537F697A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38518-86BA-51F4-00B6-4149CD537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A7C22-1B4B-77BB-B2F2-0E68AB618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606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0012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" descr="Picture 13"/>
          <p:cNvPicPr>
            <a:picLocks noChangeAspect="1"/>
          </p:cNvPicPr>
          <p:nvPr/>
        </p:nvPicPr>
        <p:blipFill>
          <a:blip r:embed="rId3"/>
          <a:srcRect t="3566" r="17279" b="11070"/>
          <a:stretch/>
        </p:blipFill>
        <p:spPr>
          <a:xfrm>
            <a:off x="1920" y="-88401"/>
            <a:ext cx="12190081" cy="6946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4" descr="Picture 4"/>
          <p:cNvPicPr>
            <a:picLocks noChangeAspect="1"/>
          </p:cNvPicPr>
          <p:nvPr userDrawn="1"/>
        </p:nvPicPr>
        <p:blipFill>
          <a:blip r:embed="rId4"/>
          <a:srcRect l="96" t="83100" r="17156" b="2170"/>
          <a:stretch/>
        </p:blipFill>
        <p:spPr>
          <a:xfrm>
            <a:off x="0" y="-88402"/>
            <a:ext cx="12192000" cy="122077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/>
          <p:cNvSpPr/>
          <p:nvPr/>
        </p:nvSpPr>
        <p:spPr>
          <a:xfrm>
            <a:off x="3840" y="-88402"/>
            <a:ext cx="12190081" cy="1220778"/>
          </a:xfrm>
          <a:prstGeom prst="rect">
            <a:avLst/>
          </a:prstGeom>
          <a:solidFill>
            <a:srgbClr val="C20D2F">
              <a:alpha val="62000"/>
            </a:srgbClr>
          </a:solidFill>
          <a:ln w="12700">
            <a:miter lim="400000"/>
          </a:ln>
        </p:spPr>
        <p:txBody>
          <a:bodyPr tIns="45720" bIns="4572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9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1C2BFD-151E-B9B5-5A1B-16ECAF044361}"/>
              </a:ext>
            </a:extLst>
          </p:cNvPr>
          <p:cNvSpPr/>
          <p:nvPr userDrawn="1"/>
        </p:nvSpPr>
        <p:spPr>
          <a:xfrm>
            <a:off x="960" y="1132376"/>
            <a:ext cx="12190081" cy="5725625"/>
          </a:xfrm>
          <a:prstGeom prst="rect">
            <a:avLst/>
          </a:prstGeom>
          <a:solidFill>
            <a:schemeClr val="bg1">
              <a:alpha val="59600"/>
            </a:schemeClr>
          </a:solidFill>
          <a:ln w="12700">
            <a:miter lim="400000"/>
          </a:ln>
          <a:effectLst/>
        </p:spPr>
        <p:txBody>
          <a:bodyPr tIns="45720" bIns="4572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90525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ransition spd="med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0">
          <a:solidFill>
            <a:srgbClr val="C00000"/>
          </a:solidFill>
          <a:uFillTx/>
          <a:latin typeface="Karbon Semibold"/>
          <a:ea typeface="Karbon Semibold"/>
          <a:cs typeface="Karbon Semibold"/>
          <a:sym typeface="Karbon Semibold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1pPr>
      <a:lvl2pPr marL="540327" marR="0" indent="-311727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▪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2pPr>
      <a:lvl3pPr marL="706582" marR="0" indent="-249382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▪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3pPr>
      <a:lvl4pPr marL="935182" marR="0" indent="-249382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▪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4pPr>
      <a:lvl5pPr marL="1163782" marR="0" indent="-249382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▪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5pPr>
      <a:lvl6pPr marL="1417320" marR="0" indent="-274320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6pPr>
      <a:lvl7pPr marL="1645920" marR="0" indent="-274320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7pPr>
      <a:lvl8pPr marL="1874520" marR="0" indent="-274320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8pPr>
      <a:lvl9pPr marL="2103120" marR="0" indent="-274320" algn="l" defTabSz="457200" rtl="0" latinLnBrk="0">
        <a:lnSpc>
          <a:spcPct val="100000"/>
        </a:lnSpc>
        <a:spcBef>
          <a:spcPts val="55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DIN Alternate Bold"/>
          <a:ea typeface="DIN Alternate Bold"/>
          <a:cs typeface="DIN Alternate Bold"/>
          <a:sym typeface="DIN Alternate Bold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228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685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143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1600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29DF-D44E-F90D-2681-B7D640C1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Picture 3">
            <a:hlinkClick r:id="" action="ppaction://noaction"/>
            <a:extLst>
              <a:ext uri="{FF2B5EF4-FFF2-40B4-BE49-F238E27FC236}">
                <a16:creationId xmlns:a16="http://schemas.microsoft.com/office/drawing/2014/main" id="{18D20DEC-06CC-9849-396E-592D09A04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363" y="196348"/>
            <a:ext cx="698679" cy="58223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E4051-27CF-9A36-9043-928528A35578}"/>
              </a:ext>
            </a:extLst>
          </p:cNvPr>
          <p:cNvSpPr txBox="1">
            <a:spLocks/>
          </p:cNvSpPr>
          <p:nvPr/>
        </p:nvSpPr>
        <p:spPr>
          <a:xfrm>
            <a:off x="216976" y="148212"/>
            <a:ext cx="9399722" cy="79057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anchor="ctr" anchorCtr="0"/>
          <a:lstStyle>
            <a:lvl1pPr marL="0" marR="0" indent="0" algn="l" defTabSz="914400" rtl="0" latinLnBrk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080654" marR="0" indent="-623454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413163" marR="0" indent="-498763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1870363" marR="0" indent="-498763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2327563" marR="0" indent="-498763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  <a:lvl6pPr marL="2834639" marR="0" indent="-548639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6pPr>
            <a:lvl7pPr marL="3291840" marR="0" indent="-548640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7pPr>
            <a:lvl8pPr marL="3749040" marR="0" indent="-548640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8pPr>
            <a:lvl9pPr marL="4206240" marR="0" indent="-548640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9pPr>
          </a:lstStyle>
          <a:p>
            <a:pPr defTabSz="457200">
              <a:spcBef>
                <a:spcPts val="850"/>
              </a:spcBef>
            </a:pPr>
            <a:r>
              <a:rPr lang="en-GB" sz="4400" kern="0" dirty="0">
                <a:latin typeface="DIN Alternate" panose="020B0500000000000000" pitchFamily="34" charset="77"/>
              </a:rPr>
              <a:t>Phases of play &amp; game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D8230A-2619-9290-444A-9C96205F7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12" y="1569943"/>
            <a:ext cx="10883390" cy="219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71942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29DF-D44E-F90D-2681-B7D640C1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Picture 3">
            <a:hlinkClick r:id="" action="ppaction://noaction"/>
            <a:extLst>
              <a:ext uri="{FF2B5EF4-FFF2-40B4-BE49-F238E27FC236}">
                <a16:creationId xmlns:a16="http://schemas.microsoft.com/office/drawing/2014/main" id="{18D20DEC-06CC-9849-396E-592D09A04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363" y="196348"/>
            <a:ext cx="698679" cy="582231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E4051-27CF-9A36-9043-928528A35578}"/>
              </a:ext>
            </a:extLst>
          </p:cNvPr>
          <p:cNvSpPr txBox="1">
            <a:spLocks/>
          </p:cNvSpPr>
          <p:nvPr/>
        </p:nvSpPr>
        <p:spPr>
          <a:xfrm>
            <a:off x="216976" y="148212"/>
            <a:ext cx="9399722" cy="79057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anchor="ctr" anchorCtr="0"/>
          <a:lstStyle>
            <a:lvl1pPr marL="0" marR="0" indent="0" algn="l" defTabSz="914400" rtl="0" latinLnBrk="0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2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1pPr>
            <a:lvl2pPr marL="1080654" marR="0" indent="-623454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2pPr>
            <a:lvl3pPr marL="1413163" marR="0" indent="-498763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3pPr>
            <a:lvl4pPr marL="1870363" marR="0" indent="-498763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4pPr>
            <a:lvl5pPr marL="2327563" marR="0" indent="-498763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▪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5pPr>
            <a:lvl6pPr marL="2834639" marR="0" indent="-548639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6pPr>
            <a:lvl7pPr marL="3291840" marR="0" indent="-548640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7pPr>
            <a:lvl8pPr marL="3749040" marR="0" indent="-548640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8pPr>
            <a:lvl9pPr marL="4206240" marR="0" indent="-548640" algn="l" defTabSz="914400" rtl="0" latinLnBrk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800" b="0" i="0" u="none" strike="noStrike" cap="none" spc="0" baseline="0">
                <a:solidFill>
                  <a:srgbClr val="FFFFFF"/>
                </a:solidFill>
                <a:uFillTx/>
                <a:latin typeface="DIN Alternate Bold"/>
                <a:ea typeface="DIN Alternate Bold"/>
                <a:cs typeface="DIN Alternate Bold"/>
                <a:sym typeface="DIN Alternate Bold"/>
              </a:defRPr>
            </a:lvl9pPr>
          </a:lstStyle>
          <a:p>
            <a:pPr defTabSz="457200">
              <a:spcBef>
                <a:spcPts val="850"/>
              </a:spcBef>
            </a:pPr>
            <a:r>
              <a:rPr lang="en-GB" sz="4400" kern="0" dirty="0">
                <a:latin typeface="DIN Alternate" panose="020B0500000000000000" pitchFamily="34" charset="77"/>
              </a:rPr>
              <a:t>Phases of play &amp; game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BFCECB-EC3F-D7CE-E553-39BD3E85F93A}"/>
              </a:ext>
            </a:extLst>
          </p:cNvPr>
          <p:cNvSpPr txBox="1"/>
          <p:nvPr/>
        </p:nvSpPr>
        <p:spPr>
          <a:xfrm>
            <a:off x="336336" y="1464205"/>
            <a:ext cx="6746951" cy="460638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defTabSz="457200" hangingPunct="0">
              <a:spcAft>
                <a:spcPts val="600"/>
              </a:spcAft>
            </a:pPr>
            <a:r>
              <a:rPr lang="en-GB" sz="2000" kern="0" dirty="0">
                <a:solidFill>
                  <a:srgbClr val="FFFFFF"/>
                </a:solidFill>
                <a:highlight>
                  <a:srgbClr val="FF8F00"/>
                </a:highlight>
                <a:latin typeface="DIN Alternate" panose="020B0500000000000000" pitchFamily="34" charset="77"/>
                <a:cs typeface="Calibri"/>
                <a:sym typeface="Calibri"/>
              </a:rPr>
              <a:t>[</a:t>
            </a:r>
            <a:r>
              <a:rPr lang="en-GB" sz="2000" b="1" kern="0" dirty="0">
                <a:solidFill>
                  <a:srgbClr val="FFFFFF"/>
                </a:solidFill>
                <a:highlight>
                  <a:srgbClr val="FF8F00"/>
                </a:highlight>
                <a:latin typeface="DIN Alternate" panose="020B0500000000000000" pitchFamily="34" charset="77"/>
                <a:cs typeface="Calibri"/>
                <a:sym typeface="Calibri"/>
              </a:rPr>
              <a:t>Out of Possession]</a:t>
            </a:r>
            <a:r>
              <a:rPr lang="en-GB" sz="20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 Type of defence structured by Phases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Phase 1a – GK Restart </a:t>
            </a: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(dead ball)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- MFM Press</a:t>
            </a:r>
          </a:p>
          <a:p>
            <a:pPr defTabSz="457200" hangingPunct="0"/>
            <a:r>
              <a:rPr lang="en-GB" sz="14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</a:t>
            </a: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Phase 1b – GK Restart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(8”)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- MFM Press</a:t>
            </a:r>
          </a:p>
          <a:p>
            <a:pPr defTabSz="457200" hangingPunct="0"/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</a:t>
            </a: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Phase 2 – High Press Phase</a:t>
            </a:r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 </a:t>
            </a: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Connected in Open Play, back pass) </a:t>
            </a:r>
            <a:endParaRPr lang="en-GB" sz="1600" kern="0" dirty="0">
              <a:solidFill>
                <a:srgbClr val="000000"/>
              </a:solidFill>
              <a:latin typeface="DIN Alternate" panose="020B0500000000000000" pitchFamily="34" charset="77"/>
              <a:cs typeface="Calibri"/>
              <a:sym typeface="Calibri"/>
            </a:endParaRPr>
          </a:p>
          <a:p>
            <a:pPr defTabSz="457200" hangingPunct="0">
              <a:spcAft>
                <a:spcPts val="150"/>
              </a:spcAft>
            </a:pPr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- Zonal Defence → MFM 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Phase 3a – High Block Phase </a:t>
            </a: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Connected)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- Zonal 4-4-2 (or 4-2-3-1)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Phase 3b – Mid Block Phase </a:t>
            </a: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Disconnected)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- Zonal 4-4-2 (or 4-2-3-1)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Phase 4 – Low Block Phase</a:t>
            </a:r>
          </a:p>
          <a:p>
            <a:pPr defTabSz="457200" hangingPunct="0"/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- 5 – 4 – 1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 Phase 5 – Defend the box</a:t>
            </a:r>
            <a:endParaRPr lang="en-GB" sz="1600" kern="0" dirty="0">
              <a:solidFill>
                <a:srgbClr val="000000"/>
              </a:solidFill>
              <a:latin typeface="DIN Alternate" panose="020B0500000000000000" pitchFamily="34" charset="77"/>
              <a:cs typeface="Calibri"/>
              <a:sym typeface="Calibri"/>
            </a:endParaRPr>
          </a:p>
          <a:p>
            <a:pPr defTabSz="457200" hangingPunct="0"/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- Triangle and cross management</a:t>
            </a:r>
          </a:p>
          <a:p>
            <a:pPr defTabSz="457200" hangingPunct="0"/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- Shots co-management with GK</a:t>
            </a:r>
          </a:p>
          <a:p>
            <a:pPr defTabSz="457200" hangingPunct="0"/>
            <a:endParaRPr lang="en-GB" sz="1400" kern="0" dirty="0">
              <a:solidFill>
                <a:srgbClr val="000000"/>
              </a:solidFill>
              <a:latin typeface="DIN Alternate" panose="020B0500000000000000" pitchFamily="34" charset="77"/>
              <a:cs typeface="Calibri"/>
              <a:sym typeface="Calibri"/>
            </a:endParaRPr>
          </a:p>
          <a:p>
            <a:pPr defTabSz="457200" hangingPunct="0"/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✅❌🚧🔎⚽️</a:t>
            </a:r>
            <a:endParaRPr lang="en-GB" sz="1600" kern="0" dirty="0">
              <a:solidFill>
                <a:srgbClr val="000000"/>
              </a:solidFill>
              <a:latin typeface="DIN Alternate" panose="020B0500000000000000" pitchFamily="34" charset="77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5C955-E463-7D07-4E42-971CC20F6E5C}"/>
              </a:ext>
            </a:extLst>
          </p:cNvPr>
          <p:cNvSpPr txBox="1"/>
          <p:nvPr/>
        </p:nvSpPr>
        <p:spPr>
          <a:xfrm>
            <a:off x="5098135" y="3200240"/>
            <a:ext cx="6398568" cy="3431709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defTabSz="457200" hangingPunct="0">
              <a:spcAft>
                <a:spcPts val="600"/>
              </a:spcAft>
            </a:pPr>
            <a:r>
              <a:rPr lang="en-GB" sz="2000" kern="0" dirty="0">
                <a:solidFill>
                  <a:srgbClr val="FFFFFF"/>
                </a:solidFill>
                <a:highlight>
                  <a:srgbClr val="006CD0"/>
                </a:highlight>
                <a:latin typeface="DIN Alternate" panose="020B0500000000000000" pitchFamily="34" charset="77"/>
                <a:cs typeface="Calibri"/>
                <a:sym typeface="Calibri"/>
              </a:rPr>
              <a:t>[</a:t>
            </a:r>
            <a:r>
              <a:rPr lang="en-GB" sz="2000" b="1" kern="0" dirty="0">
                <a:solidFill>
                  <a:srgbClr val="FFFFFF"/>
                </a:solidFill>
                <a:highlight>
                  <a:srgbClr val="006CD0"/>
                </a:highlight>
                <a:latin typeface="DIN Alternate" panose="020B0500000000000000" pitchFamily="34" charset="77"/>
                <a:cs typeface="Calibri"/>
                <a:sym typeface="Calibri"/>
              </a:rPr>
              <a:t>In Possession]</a:t>
            </a:r>
            <a:r>
              <a:rPr lang="en-GB" sz="20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 Positional Play structured by Phases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Phase 1a – GK Restart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(dead ball)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Phase 1b – GK Restart</a:t>
            </a:r>
            <a:r>
              <a:rPr lang="en-GB" sz="10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(8”)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Phase 2 – Low Build-Up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connected in open play, back-pass) 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- 3-2 with the GK</a:t>
            </a:r>
          </a:p>
          <a:p>
            <a:pPr defTabSz="457200" hangingPunct="0"/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</a:t>
            </a: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Phase 3a – Progression Phase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Connected)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- 3-1 with the GK</a:t>
            </a:r>
          </a:p>
          <a:p>
            <a:pPr defTabSz="457200" hangingPunct="0"/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</a:t>
            </a: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Phase 3b – Progression Phase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Disconnected)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- 3-1 with a midfielder</a:t>
            </a:r>
          </a:p>
          <a:p>
            <a:pPr defTabSz="457200" hangingPunct="0"/>
            <a:r>
              <a:rPr lang="en-GB" sz="16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</a:t>
            </a:r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Phase 4 – Attacking Phase</a:t>
            </a:r>
            <a:r>
              <a:rPr lang="en-GB" sz="10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(GK Disconnected)</a:t>
            </a:r>
          </a:p>
          <a:p>
            <a:pPr defTabSz="457200" hangingPunct="0">
              <a:spcAft>
                <a:spcPts val="150"/>
              </a:spcAft>
            </a:pP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	- 4-3-3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(triangles and rest defence)</a:t>
            </a:r>
          </a:p>
          <a:p>
            <a:pPr defTabSz="457200" hangingPunct="0"/>
            <a:r>
              <a:rPr lang="en-GB" sz="16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 Phase 5 – Attack the box </a:t>
            </a:r>
            <a:r>
              <a:rPr lang="en-GB" sz="1200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(final third)</a:t>
            </a:r>
          </a:p>
          <a:p>
            <a:pPr defTabSz="457200" hangingPunct="0"/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ea typeface="+mj-ea"/>
                <a:cs typeface="Calibri"/>
                <a:sym typeface="Calibri"/>
              </a:rPr>
              <a:t>	</a:t>
            </a:r>
            <a:r>
              <a:rPr lang="en-GB" sz="1400" kern="0" dirty="0">
                <a:solidFill>
                  <a:srgbClr val="000000"/>
                </a:solidFill>
                <a:latin typeface="DIN Alternate" panose="020B0500000000000000" pitchFamily="34" charset="77"/>
                <a:ea typeface="+mj-ea"/>
                <a:cs typeface="Calibri"/>
                <a:sym typeface="Calibri"/>
              </a:rPr>
              <a:t>- Shots, Crosses </a:t>
            </a:r>
            <a:r>
              <a:rPr lang="en-GB" sz="1000" kern="0" dirty="0">
                <a:solidFill>
                  <a:srgbClr val="000000"/>
                </a:solidFill>
                <a:latin typeface="DIN Alternate" panose="020B0500000000000000" pitchFamily="34" charset="77"/>
                <a:ea typeface="+mj-ea"/>
                <a:cs typeface="Calibri"/>
                <a:sym typeface="Calibri"/>
              </a:rPr>
              <a:t>(cut backs)</a:t>
            </a:r>
            <a:endParaRPr lang="en-GB" sz="1400" kern="0" dirty="0">
              <a:solidFill>
                <a:srgbClr val="000000"/>
              </a:solidFill>
              <a:latin typeface="Calibri"/>
              <a:ea typeface="+mj-ea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87FEB9-53BC-EB99-A874-6EEA933DCE94}"/>
              </a:ext>
            </a:extLst>
          </p:cNvPr>
          <p:cNvSpPr txBox="1"/>
          <p:nvPr/>
        </p:nvSpPr>
        <p:spPr>
          <a:xfrm>
            <a:off x="7766613" y="1718731"/>
            <a:ext cx="3380751" cy="861774"/>
          </a:xfrm>
          <a:prstGeom prst="rect">
            <a:avLst/>
          </a:prstGeom>
          <a:noFill/>
          <a:ln w="254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20" tIns="45720" rIns="45720" bIns="45720" numCol="1" spcCol="38100" rtlCol="0" anchor="t">
            <a:spAutoFit/>
          </a:bodyPr>
          <a:lstStyle/>
          <a:p>
            <a:pPr defTabSz="457200" hangingPunct="0">
              <a:spcAft>
                <a:spcPts val="600"/>
              </a:spcAft>
            </a:pPr>
            <a:r>
              <a:rPr lang="en-GB" sz="20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🔸🔹</a:t>
            </a:r>
            <a:r>
              <a:rPr lang="en-GB" sz="2000" kern="0" dirty="0">
                <a:solidFill>
                  <a:srgbClr val="FFFFFF"/>
                </a:solidFill>
                <a:highlight>
                  <a:srgbClr val="FF0000"/>
                </a:highlight>
                <a:latin typeface="DIN Alternate" panose="020B0500000000000000" pitchFamily="34" charset="77"/>
                <a:cs typeface="Calibri"/>
                <a:sym typeface="Calibri"/>
              </a:rPr>
              <a:t>[</a:t>
            </a:r>
            <a:r>
              <a:rPr lang="en-GB" sz="2000" b="1" kern="0" dirty="0">
                <a:solidFill>
                  <a:srgbClr val="FFFFFF"/>
                </a:solidFill>
                <a:highlight>
                  <a:srgbClr val="FF0000"/>
                </a:highlight>
                <a:latin typeface="DIN Alternate" panose="020B0500000000000000" pitchFamily="34" charset="77"/>
                <a:cs typeface="Calibri"/>
                <a:sym typeface="Calibri"/>
              </a:rPr>
              <a:t>Defensive Transition]</a:t>
            </a:r>
          </a:p>
          <a:p>
            <a:pPr defTabSz="457200" hangingPunct="0">
              <a:spcAft>
                <a:spcPts val="600"/>
              </a:spcAft>
            </a:pPr>
            <a:r>
              <a:rPr lang="en-GB" sz="2000" b="1" kern="0" dirty="0">
                <a:solidFill>
                  <a:srgbClr val="000000"/>
                </a:solidFill>
                <a:latin typeface="DIN Alternate" panose="020B0500000000000000" pitchFamily="34" charset="77"/>
                <a:cs typeface="Calibri"/>
                <a:sym typeface="Calibri"/>
              </a:rPr>
              <a:t>🔹🔸</a:t>
            </a:r>
            <a:r>
              <a:rPr lang="en-GB" sz="2000" kern="0" dirty="0">
                <a:solidFill>
                  <a:srgbClr val="FFFFFF"/>
                </a:solidFill>
                <a:highlight>
                  <a:srgbClr val="FF0000"/>
                </a:highlight>
                <a:latin typeface="DIN Alternate" panose="020B0500000000000000" pitchFamily="34" charset="77"/>
                <a:cs typeface="Calibri"/>
                <a:sym typeface="Calibri"/>
              </a:rPr>
              <a:t>[</a:t>
            </a:r>
            <a:r>
              <a:rPr lang="en-GB" sz="2000" b="1" kern="0" dirty="0">
                <a:solidFill>
                  <a:srgbClr val="FFFFFF"/>
                </a:solidFill>
                <a:highlight>
                  <a:srgbClr val="FF0000"/>
                </a:highlight>
                <a:latin typeface="DIN Alternate" panose="020B0500000000000000" pitchFamily="34" charset="77"/>
                <a:cs typeface="Calibri"/>
                <a:sym typeface="Calibri"/>
              </a:rPr>
              <a:t>Offensive Transition]</a:t>
            </a:r>
            <a:endParaRPr lang="en-GB" sz="2000" b="1" kern="0" dirty="0">
              <a:solidFill>
                <a:srgbClr val="000000"/>
              </a:solidFill>
              <a:highlight>
                <a:srgbClr val="FF0000"/>
              </a:highlight>
              <a:latin typeface="DIN Alternate" panose="020B0500000000000000" pitchFamily="34" charset="7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465904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5400" cap="flat">
          <a:solidFill>
            <a:schemeClr val="accent1"/>
          </a:solidFill>
          <a:prstDash val="solid"/>
          <a:round/>
          <a:tailEnd type="triangle"/>
        </a:ln>
        <a:effectLst/>
        <a:sp3d/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tx1"/>
          </a:solidFill>
          <a:prstDash val="sysDot"/>
          <a:round/>
          <a:tailEnd type="triangle"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277</Words>
  <Application>Microsoft Macintosh PowerPoint</Application>
  <PresentationFormat>Widescreen</PresentationFormat>
  <Paragraphs>35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DIN Alternate</vt:lpstr>
      <vt:lpstr>DIN Alternate Bold</vt:lpstr>
      <vt:lpstr>Helvetica</vt:lpstr>
      <vt:lpstr>Karbon Semibold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Régis Le Bris</dc:creator>
  <cp:lastModifiedBy>Régis Le Bris</cp:lastModifiedBy>
  <cp:revision>1</cp:revision>
  <dcterms:created xsi:type="dcterms:W3CDTF">2026-02-19T17:19:24Z</dcterms:created>
  <dcterms:modified xsi:type="dcterms:W3CDTF">2026-02-19T17:21:07Z</dcterms:modified>
</cp:coreProperties>
</file>